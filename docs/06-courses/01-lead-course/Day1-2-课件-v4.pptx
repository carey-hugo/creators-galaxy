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四个词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你分得清吗？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logo-bilingual-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130070"/>
            <a:ext cx="1371600" cy="17391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痛点开场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过去三年，你有没有——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"终于找到了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真正想做的事"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三个月后又在找新方向？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然后开始怀疑自己不够坚持？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你可能只是——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用错了词！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大部分人追的是「愿望」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从没触到过「愿力」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C9A24C">
              <a:alpha val="50000"/>
            </a:srgbClr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ramid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arison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C9A24C">
              <a:alpha val="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有没有一件事——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你愿意做一辈子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没人看、没人夸、没人给钱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也愿意？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找到它 → 你就是最幸运的 1%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shboard_v2_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ubspoke_v2_o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3个标志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测你的愿力纯度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logo-bilingual-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130070"/>
            <a:ext cx="1371600" cy="17391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愿力探索 · Day 1-2 (高端版 v2)</dc:title>
  <dc:subject>PptxGenJS Presentation</dc:subject>
  <dc:creator>Carey Hugo</dc:creator>
  <cp:lastModifiedBy>Carey Hugo</cp:lastModifiedBy>
  <cp:revision>1</cp:revision>
  <dcterms:created xsi:type="dcterms:W3CDTF">2026-07-07T14:20:20Z</dcterms:created>
  <dcterms:modified xsi:type="dcterms:W3CDTF">2026-07-07T14:20:20Z</dcterms:modified>
</cp:coreProperties>
</file>