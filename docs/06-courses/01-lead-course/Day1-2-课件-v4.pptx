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31520"/>
            <a:ext cx="36576" cy="3200400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愿力探索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四个词</a:t>
            </a:r>
            <a:endParaRPr lang="en-US" sz="3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你分得清吗？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主讲：Hugo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3474720"/>
            <a:ext cx="1645920" cy="1645920"/>
          </a:xfrm>
          <a:prstGeom prst="ellipse">
            <a:avLst/>
          </a:prstGeom>
          <a:solidFill>
            <a:srgbClr val="C9A24C">
              <a:alpha val="8000"/>
            </a:srgbClr>
          </a:solidFill>
          <a:ln w="6350">
            <a:solidFill>
              <a:srgbClr val="C9A24C">
                <a:alpha val="2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Picture 9" descr="logo-biling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136633"/>
            <a:ext cx="1371600" cy="17325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5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痛点开场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7280" y="1280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过去三年，你有没有——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"终于找到了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真正想做的事"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三个月后又在找新方向？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566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然后开始怀疑自己不够坚持？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你可能只是——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用错了词！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大部分人追的是「愿望」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从没触到过「愿力」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0" y="4114800"/>
            <a:ext cx="1828800" cy="18288"/>
          </a:xfrm>
          <a:prstGeom prst="rect">
            <a:avLst/>
          </a:prstGeom>
          <a:solidFill>
            <a:srgbClr val="C9A24C">
              <a:alpha val="50000"/>
            </a:srgbClr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yrami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mparison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6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C9A24C">
              <a:alpha val="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有没有一件事——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你愿意做一辈子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没人看、没人夸、没人给钱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也愿意？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找到它 → 你就是最幸运的 1%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shboard_v2_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ubspoke_v2_o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31520"/>
            <a:ext cx="36576" cy="3200400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愿力探索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3个标志</a:t>
            </a:r>
            <a:endParaRPr 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测你的愿力纯度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主讲：Hugo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3474720"/>
            <a:ext cx="1645920" cy="1645920"/>
          </a:xfrm>
          <a:prstGeom prst="ellipse">
            <a:avLst/>
          </a:prstGeom>
          <a:solidFill>
            <a:srgbClr val="C9A24C">
              <a:alpha val="8000"/>
            </a:srgbClr>
          </a:solidFill>
          <a:ln w="6350">
            <a:solidFill>
              <a:srgbClr val="C9A24C">
                <a:alpha val="2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Picture 9" descr="logo-biling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136633"/>
            <a:ext cx="1371600" cy="17325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愿力探索 · Day 1-2 (高端版 v2)</dc:title>
  <dc:subject>PptxGenJS Presentation</dc:subject>
  <dc:creator>Carey Hugo</dc:creator>
  <cp:lastModifiedBy>Carey Hugo</cp:lastModifiedBy>
  <cp:revision>1</cp:revision>
  <dcterms:created xsi:type="dcterms:W3CDTF">2026-07-07T14:20:20Z</dcterms:created>
  <dcterms:modified xsi:type="dcterms:W3CDTF">2026-07-07T14:20:20Z</dcterms:modified>
</cp:coreProperties>
</file>