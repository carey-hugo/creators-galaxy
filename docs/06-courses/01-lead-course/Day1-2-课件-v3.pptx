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Relationship Id="rId4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4.jpg"/><Relationship Id="rId5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>
              <a:alpha val="7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48640" y="731520"/>
            <a:ext cx="36576" cy="3200400"/>
          </a:xfrm>
          <a:prstGeom prst="rect">
            <a:avLst/>
          </a:prstGeom>
          <a:solidFill>
            <a:srgbClr val="C9A24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22960" y="914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C9A24C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愿力探索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四个词</a:t>
            </a:r>
            <a:endParaRPr lang="en-US" sz="3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你分得清吗？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731520" y="3200400"/>
            <a:ext cx="1371600" cy="27432"/>
          </a:xfrm>
          <a:prstGeom prst="rect">
            <a:avLst/>
          </a:prstGeom>
          <a:solidFill>
            <a:srgbClr val="C9A24C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22960" y="3383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DD5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主讲：Hugo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132320" y="3474720"/>
            <a:ext cx="1645920" cy="1645920"/>
          </a:xfrm>
          <a:prstGeom prst="ellipse">
            <a:avLst/>
          </a:prstGeom>
          <a:solidFill>
            <a:srgbClr val="C9A24C">
              <a:alpha val="8000"/>
            </a:srgbClr>
          </a:solidFill>
          <a:ln w="6350">
            <a:solidFill>
              <a:srgbClr val="C9A24C">
                <a:alpha val="20000"/>
              </a:srgbClr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>
              <a:alpha val="50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457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痛点开场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7680960" cy="3474720"/>
          </a:xfrm>
          <a:prstGeom prst="rect">
            <a:avLst/>
          </a:prstGeom>
          <a:solidFill>
            <a:srgbClr val="FFFFFF">
              <a:alpha val="5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97280" y="12801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4C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过去三年，你有没有——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73736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"终于找到了</a:t>
            </a:r>
            <a:endParaRPr lang="en-US" sz="3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真正想做的事"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097280" y="3108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2A0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三个月后又在找新方向？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35661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2A0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然后开始怀疑自己不够坚持？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>
              <a:alpha val="65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731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4C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你可能只是——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用错了词！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731520" y="2377440"/>
            <a:ext cx="1371600" cy="27432"/>
          </a:xfrm>
          <a:prstGeom prst="rect">
            <a:avLst/>
          </a:prstGeom>
          <a:solidFill>
            <a:srgbClr val="C9A24C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8CDD5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大部分人追的是「愿望」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24C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从没触到过「愿力」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657600" y="4114800"/>
            <a:ext cx="1828800" cy="18288"/>
          </a:xfrm>
          <a:prstGeom prst="rect">
            <a:avLst/>
          </a:prstGeom>
          <a:solidFill>
            <a:srgbClr val="C9A24C">
              <a:alpha val="50000"/>
            </a:srgbClr>
          </a:solidFill>
          <a:ln/>
        </p:spPr>
        <p:txBody>
          <a:bodyPr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yramid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mparison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>
              <a:alpha val="6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3200400" y="457200"/>
            <a:ext cx="2743200" cy="2743200"/>
          </a:xfrm>
          <a:prstGeom prst="ellipse">
            <a:avLst/>
          </a:prstGeom>
          <a:solidFill>
            <a:srgbClr val="C9A24C">
              <a:alpha val="5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731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4C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有没有一件事——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你愿意做一辈子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892A0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没人看、没人夸、没人给钱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8892A0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也愿意？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3474720"/>
            <a:ext cx="1371600" cy="27432"/>
          </a:xfrm>
          <a:prstGeom prst="rect">
            <a:avLst/>
          </a:prstGeom>
          <a:solidFill>
            <a:srgbClr val="C9A24C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1520" y="3749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4C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找到它 → 你就是最幸运的 1%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ashboard_v2_op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ubspoke_v2_op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>
              <a:alpha val="7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48640" y="731520"/>
            <a:ext cx="36576" cy="3200400"/>
          </a:xfrm>
          <a:prstGeom prst="rect">
            <a:avLst/>
          </a:prstGeom>
          <a:solidFill>
            <a:srgbClr val="C9A24C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22960" y="914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C9A24C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愿力探索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3个标志</a:t>
            </a:r>
            <a:endParaRPr lang="en-US" sz="3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测你的愿力纯度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31520" y="3200400"/>
            <a:ext cx="1371600" cy="27432"/>
          </a:xfrm>
          <a:prstGeom prst="rect">
            <a:avLst/>
          </a:prstGeom>
          <a:solidFill>
            <a:srgbClr val="C9A24C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22960" y="3383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2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CDD5"/>
                </a:solidFill>
                <a:latin typeface="WenQuanYi Zen Hei" pitchFamily="34" charset="0"/>
                <a:ea typeface="WenQuanYi Zen Hei" pitchFamily="34" charset="-122"/>
                <a:cs typeface="WenQuanYi Zen Hei" pitchFamily="34" charset="-120"/>
              </a:rPr>
              <a:t>主讲：Hugo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132320" y="3474720"/>
            <a:ext cx="1645920" cy="1645920"/>
          </a:xfrm>
          <a:prstGeom prst="ellipse">
            <a:avLst/>
          </a:prstGeom>
          <a:solidFill>
            <a:srgbClr val="C9A24C">
              <a:alpha val="8000"/>
            </a:srgbClr>
          </a:solidFill>
          <a:ln w="6350">
            <a:solidFill>
              <a:srgbClr val="C9A24C">
                <a:alpha val="20000"/>
              </a:srgbClr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愿力探索 · Day 1-2 (高端版 v2)</dc:title>
  <dc:subject>PptxGenJS Presentation</dc:subject>
  <dc:creator>Carey Hugo</dc:creator>
  <cp:lastModifiedBy>Carey Hugo</cp:lastModifiedBy>
  <cp:revision>1</cp:revision>
  <dcterms:created xsi:type="dcterms:W3CDTF">2026-07-07T14:20:20Z</dcterms:created>
  <dcterms:modified xsi:type="dcterms:W3CDTF">2026-07-07T14:20:20Z</dcterms:modified>
</cp:coreProperties>
</file>