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4.jpg"/><Relationship Id="rId5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7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731520"/>
            <a:ext cx="36576" cy="3200400"/>
          </a:xfrm>
          <a:prstGeom prst="rect">
            <a:avLst/>
          </a:prstGeom>
          <a:solidFill>
            <a:srgbClr val="C9A24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914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愿力探索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四个词</a:t>
            </a:r>
            <a:endParaRPr lang="en-US" sz="3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你分得清吗？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1371600" cy="27432"/>
          </a:xfrm>
          <a:prstGeom prst="rect">
            <a:avLst/>
          </a:prstGeom>
          <a:solidFill>
            <a:srgbClr val="C9A24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DD5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主讲：Hugo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0" y="3474720"/>
            <a:ext cx="1645920" cy="1645920"/>
          </a:xfrm>
          <a:prstGeom prst="ellipse">
            <a:avLst/>
          </a:prstGeom>
          <a:solidFill>
            <a:srgbClr val="C9A24C">
              <a:alpha val="8000"/>
            </a:srgbClr>
          </a:solidFill>
          <a:ln w="6350">
            <a:solidFill>
              <a:srgbClr val="C9A24C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0" name="Picture 9" descr="logo-bilingu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3200400"/>
            <a:ext cx="137160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A1628">
              <a:alpha val="50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痛点开场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3657600" cy="347472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97280" y="1280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过去三年，你有没有——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7373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"终于找到了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真正想做的事"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097280" y="3108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A0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三个月后又在找新方向？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566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A0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然后开始怀疑自己不够坚持？</a:t>
            </a:r>
            <a:endParaRPr lang="en-US" sz="1600" dirty="0"/>
          </a:p>
        </p:txBody>
      </p:sp>
      <p:pic>
        <p:nvPicPr>
          <p:cNvPr id="9" name="Picture 8" descr="p2-ques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18872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A1628">
              <a:alpha val="65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你可能只是——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用错了词！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1371600" cy="27432"/>
          </a:xfrm>
          <a:prstGeom prst="rect">
            <a:avLst/>
          </a:prstGeom>
          <a:solidFill>
            <a:srgbClr val="C9A24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8CDD5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大部分人追的是「愿望」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从没触到过「愿力」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0" y="4114800"/>
            <a:ext cx="1828800" cy="18288"/>
          </a:xfrm>
          <a:prstGeom prst="rect">
            <a:avLst/>
          </a:prstGeom>
          <a:solidFill>
            <a:srgbClr val="C9A24C">
              <a:alpha val="50000"/>
            </a:srgbClr>
          </a:solidFill>
          <a:ln/>
        </p:spPr>
        <p:txBody>
          <a:bodyPr/>
          <a:p/>
        </p:txBody>
      </p:sp>
      <p:pic>
        <p:nvPicPr>
          <p:cNvPr id="9" name="Picture 8" descr="p3-x-vs-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18872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yramid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mparison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A1628">
              <a:alpha val="6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C9A24C">
              <a:alpha val="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有没有一件事——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你愿意做一辈子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892A0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没人看、没人夸、没人给钱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8892A0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也愿意？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3474720"/>
            <a:ext cx="1371600" cy="27432"/>
          </a:xfrm>
          <a:prstGeom prst="rect">
            <a:avLst/>
          </a:prstGeom>
          <a:solidFill>
            <a:srgbClr val="C9A24C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3749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找到它 → 你就是最幸运的 1%</a:t>
            </a:r>
            <a:endParaRPr lang="en-US" sz="1600" dirty="0"/>
          </a:p>
        </p:txBody>
      </p:sp>
      <p:pic>
        <p:nvPicPr>
          <p:cNvPr id="9" name="Picture 8" descr="p6-lonely-s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18872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shboard_v2_o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ubspoke_v2_op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7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731520"/>
            <a:ext cx="36576" cy="3200400"/>
          </a:xfrm>
          <a:prstGeom prst="rect">
            <a:avLst/>
          </a:prstGeom>
          <a:solidFill>
            <a:srgbClr val="C9A24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914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愿力探索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3个标志</a:t>
            </a:r>
            <a:endParaRPr lang="en-US" sz="3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测你的愿力纯度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1371600" cy="27432"/>
          </a:xfrm>
          <a:prstGeom prst="rect">
            <a:avLst/>
          </a:prstGeom>
          <a:solidFill>
            <a:srgbClr val="C9A24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DD5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主讲：Hugo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0" y="3474720"/>
            <a:ext cx="1645920" cy="1645920"/>
          </a:xfrm>
          <a:prstGeom prst="ellipse">
            <a:avLst/>
          </a:prstGeom>
          <a:solidFill>
            <a:srgbClr val="C9A24C">
              <a:alpha val="8000"/>
            </a:srgbClr>
          </a:solidFill>
          <a:ln w="6350">
            <a:solidFill>
              <a:srgbClr val="C9A24C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0" name="Picture 9" descr="logo-bilingu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3200400"/>
            <a:ext cx="137160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C9A96E"/>
                </a:solidFill>
                <a:latin typeface="思源黑体"/>
              </a:defRPr>
            </a:pPr>
            <a:r>
              <a:t>昨天写下的 3 个方向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1097280"/>
            <a:ext cx="3200400" cy="0"/>
          </a:xfrm>
          <a:prstGeom prst="line">
            <a:avLst/>
          </a:prstGeom>
          <a:ln w="9525">
            <a:solidFill>
              <a:srgbClr val="C9A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2588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为什么走不远？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0992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不是不坚持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93976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是驱动它们的东西不够硬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62072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愿望 · 梦想 · 使命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C9A96E"/>
                </a:solidFill>
                <a:latin typeface="思源黑体"/>
              </a:defRPr>
            </a:pPr>
            <a:r>
              <a:t>都有一个问题 → 「不持久」</a:t>
            </a:r>
          </a:p>
        </p:txBody>
      </p:sp>
      <p:pic>
        <p:nvPicPr>
          <p:cNvPr id="9" name="Picture 8" descr="d2-p2-dim-st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C9A96E"/>
                </a:solidFill>
                <a:latin typeface="思源黑体"/>
              </a:defRPr>
            </a:pPr>
            <a:r>
              <a:t>愿力三标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1097280"/>
            <a:ext cx="3200400" cy="0"/>
          </a:xfrm>
          <a:prstGeom prst="line">
            <a:avLst/>
          </a:prstGeom>
          <a:ln w="9525">
            <a:solidFill>
              <a:srgbClr val="C9A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2588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C9A96E"/>
                </a:solidFill>
                <a:latin typeface="思源黑体"/>
              </a:defRPr>
            </a:pPr>
            <a:r>
              <a:t>① 可承诺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0992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E8E8E8"/>
                </a:solidFill>
                <a:latin typeface="思源黑体"/>
              </a:defRPr>
            </a:pPr>
            <a:r>
              <a:t>    没人看你也做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93976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C9A96E"/>
                </a:solidFill>
                <a:latin typeface="思源黑体"/>
              </a:defRPr>
            </a:pPr>
            <a:r>
              <a:t>② 可承受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78024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E8E8E8"/>
                </a:solidFill>
                <a:latin typeface="思源黑体"/>
              </a:defRPr>
            </a:pPr>
            <a:r>
              <a:t>    代价你能扛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62072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C9A96E"/>
                </a:solidFill>
                <a:latin typeface="思源黑体"/>
              </a:defRPr>
            </a:pPr>
            <a:r>
              <a:t>③ 可生长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E8E8E8"/>
                </a:solidFill>
                <a:latin typeface="思源黑体"/>
              </a:defRPr>
            </a:pPr>
            <a:r>
              <a:t>    螺旋上升，不是循环</a:t>
            </a:r>
          </a:p>
        </p:txBody>
      </p:sp>
      <p:pic>
        <p:nvPicPr>
          <p:cNvPr id="10" name="Picture 9" descr="d2-p3-shiel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C9A96E"/>
                </a:solidFill>
                <a:latin typeface="思源黑体"/>
              </a:defRPr>
            </a:pPr>
            <a:r>
              <a:t>① 可承诺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1097280"/>
            <a:ext cx="3200400" cy="0"/>
          </a:xfrm>
          <a:prstGeom prst="line">
            <a:avLst/>
          </a:prstGeom>
          <a:ln w="9525">
            <a:solidFill>
              <a:srgbClr val="C9A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2588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没人点赞  没人转发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0992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没人夸你  没人给钱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78024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你还会做吗？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C9A96E"/>
                </a:solidFill>
                <a:latin typeface="思源黑体"/>
              </a:defRPr>
            </a:pPr>
            <a:r>
              <a:t>是 → 这是愿力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3016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C9A96E"/>
                </a:solidFill>
                <a:latin typeface="思源黑体"/>
              </a:defRPr>
            </a:pPr>
            <a:r>
              <a:t>否 → 只是愿望</a:t>
            </a:r>
          </a:p>
        </p:txBody>
      </p:sp>
      <p:pic>
        <p:nvPicPr>
          <p:cNvPr id="9" name="Picture 8" descr="d2-p4-two-fig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C9A96E"/>
                </a:solidFill>
                <a:latin typeface="思源黑体"/>
              </a:defRPr>
            </a:pPr>
            <a:r>
              <a:t>② 可承受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1097280"/>
            <a:ext cx="3200400" cy="0"/>
          </a:xfrm>
          <a:prstGeom prst="line">
            <a:avLst/>
          </a:prstGeom>
          <a:ln w="9525">
            <a:solidFill>
              <a:srgbClr val="C9A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2588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不是「能得到什么」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0992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是「愿意失去什么」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78024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最差的情况——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62072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钱没了、时间花了、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被人笑话了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3016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你后悔吗？</a:t>
            </a:r>
          </a:p>
        </p:txBody>
      </p:sp>
      <p:pic>
        <p:nvPicPr>
          <p:cNvPr id="10" name="Picture 9" descr="d2-p5-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C9A96E"/>
                </a:solidFill>
                <a:latin typeface="思源黑体"/>
              </a:defRPr>
            </a:pPr>
            <a:r>
              <a:t>③ 可生长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1097280"/>
            <a:ext cx="3200400" cy="0"/>
          </a:xfrm>
          <a:prstGeom prst="line">
            <a:avLst/>
          </a:prstGeom>
          <a:ln w="9525">
            <a:solidFill>
              <a:srgbClr val="C9A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2588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一年后回头看——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0992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你知道得更多了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93976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问题也更难了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78024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但你想继续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螺旋上升 ≠ 原地循环</a:t>
            </a:r>
          </a:p>
        </p:txBody>
      </p:sp>
      <p:pic>
        <p:nvPicPr>
          <p:cNvPr id="9" name="Picture 8" descr="d2-p6-spi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C9A96E"/>
                </a:solidFill>
                <a:latin typeface="思源黑体"/>
              </a:defRPr>
            </a:pPr>
            <a:r>
              <a:t>给每个方向打分（0-10）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1097280"/>
            <a:ext cx="3200400" cy="0"/>
          </a:xfrm>
          <a:prstGeom prst="line">
            <a:avLst/>
          </a:prstGeom>
          <a:ln w="9525">
            <a:solidFill>
              <a:srgbClr val="C9A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2588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E8E8E8"/>
                </a:solidFill>
                <a:latin typeface="思源黑体"/>
              </a:defRPr>
            </a:pPr>
            <a:r>
              <a:t>   承  受  长  总分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0992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方向1  _  _  _  ___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93976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方向2  _  _  _  ___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78024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方向3  _  _  _  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C9A96E"/>
                </a:solidFill>
                <a:latin typeface="思源黑体"/>
              </a:defRPr>
            </a:pPr>
            <a:r>
              <a:t>&gt; 20 分 → 你可能找到了 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3016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C9A96E"/>
                </a:solidFill>
                <a:latin typeface="思源黑体"/>
              </a:defRPr>
            </a:pPr>
            <a:r>
              <a:t>&lt; 15 分 → 放弃或降级 ❌</a:t>
            </a:r>
          </a:p>
        </p:txBody>
      </p:sp>
      <p:pic>
        <p:nvPicPr>
          <p:cNvPr id="10" name="Picture 9" descr="d2-p7-score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C9A96E"/>
                </a:solidFill>
                <a:latin typeface="思源黑体"/>
              </a:defRPr>
            </a:pPr>
            <a:r>
              <a:t>📝 今天的功课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1097280"/>
            <a:ext cx="3200400" cy="0"/>
          </a:xfrm>
          <a:prstGeom prst="line">
            <a:avLst/>
          </a:prstGeom>
          <a:ln w="9525">
            <a:solidFill>
              <a:srgbClr val="C9A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2588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C9A96E"/>
                </a:solidFill>
                <a:latin typeface="思源黑体"/>
              </a:defRPr>
            </a:pPr>
            <a:r>
              <a:t>① 选最像愿力的一件事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0992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C9A96E"/>
                </a:solidFill>
                <a:latin typeface="思源黑体"/>
              </a:defRPr>
            </a:pPr>
            <a:r>
              <a:t>② 三标打分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93976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C9A96E"/>
                </a:solidFill>
                <a:latin typeface="思源黑体"/>
              </a:defRPr>
            </a:pPr>
            <a:r>
              <a:t>③ 写一段话：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78024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E8E8E8"/>
                </a:solidFill>
                <a:latin typeface="思源黑体"/>
              </a:defRPr>
            </a:pPr>
            <a:r>
              <a:t>    「它值得我一辈子做吗？」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C9A96E"/>
                </a:solidFill>
                <a:latin typeface="思源黑体"/>
              </a:defRPr>
            </a:pPr>
            <a:r>
              <a:t>     评论区见 👇</a:t>
            </a:r>
          </a:p>
        </p:txBody>
      </p:sp>
      <p:pic>
        <p:nvPicPr>
          <p:cNvPr id="9" name="Picture 8" descr="d2-p8-note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C9A96E"/>
                </a:solidFill>
                <a:latin typeface="思源黑体"/>
              </a:defRPr>
            </a:pPr>
            <a:r>
              <a:t>你已经找到了愿力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1097280"/>
            <a:ext cx="3200400" cy="0"/>
          </a:xfrm>
          <a:prstGeom prst="line">
            <a:avLst/>
          </a:prstGeom>
          <a:ln w="9525">
            <a:solidFill>
              <a:srgbClr val="C9A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2588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为什么还是动不了？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93976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不是意志力问题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62072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C9A96E"/>
                </a:solidFill>
                <a:latin typeface="思源黑体"/>
              </a:defRPr>
            </a:pPr>
            <a:r>
              <a:t>     明天揭秘 🔥</a:t>
            </a:r>
          </a:p>
        </p:txBody>
      </p:sp>
      <p:pic>
        <p:nvPicPr>
          <p:cNvPr id="7" name="Picture 6" descr="d2-p9-knowing-stu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愿力探索 · Day 1-2 (高端版 v2)</dc:title>
  <dc:subject>PptxGenJS Presentation</dc:subject>
  <dc:creator>Carey Hugo</dc:creator>
  <cp:lastModifiedBy>Carey Hugo</cp:lastModifiedBy>
  <cp:revision>1</cp:revision>
  <dcterms:created xsi:type="dcterms:W3CDTF">2026-07-07T14:20:20Z</dcterms:created>
  <dcterms:modified xsi:type="dcterms:W3CDTF">2026-07-07T14:20:20Z</dcterms:modified>
</cp:coreProperties>
</file>