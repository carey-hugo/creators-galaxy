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四个词</a:t>
            </a:r>
            <a:endParaRPr lang="en-US" sz="3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你分得清吗？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8000" y="3671999"/>
            <a:ext cx="1296000" cy="12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A1628">
              <a:alpha val="5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痛点开场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657600" cy="3474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过去三年，你有没有——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"终于找到了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真正想做的事"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三个月后又在找新方向？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然后开始怀疑自己不够坚持？</a:t>
            </a:r>
            <a:endParaRPr lang="en-US" sz="1600" dirty="0"/>
          </a:p>
        </p:txBody>
      </p:sp>
      <p:pic>
        <p:nvPicPr>
          <p:cNvPr id="9" name="Picture 8" descr="p2-ques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A1628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你可能只是——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用错了词！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大部分人追的是「愿望」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从没触到过「愿力」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C9A24C">
              <a:alpha val="50000"/>
            </a:srgbClr>
          </a:solidFill>
          <a:ln/>
        </p:spPr>
        <p:txBody>
          <a:bodyPr/>
          <a:p/>
        </p:txBody>
      </p:sp>
      <p:pic>
        <p:nvPicPr>
          <p:cNvPr id="9" name="Picture 8" descr="p3-x-vs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yrami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mparison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A1628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C9A24C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有没有一件事——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你愿意做一辈子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没人看、没人夸、没人给钱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也愿意？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找到它 → 你就是最幸运的 1%</a:t>
            </a:r>
            <a:endParaRPr lang="en-US" sz="1600" dirty="0"/>
          </a:p>
        </p:txBody>
      </p:sp>
      <p:pic>
        <p:nvPicPr>
          <p:cNvPr id="9" name="Picture 8" descr="p6-lonely-s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shboard_v2_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ubspoke_v2_o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3个标志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测你的愿力纯度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8000" y="3671999"/>
            <a:ext cx="1296000" cy="129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昨天写下的 3 个方向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为什么走不远？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不是不坚持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是驱动它们的东西不够硬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6207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愿望 · 梦想 · 使命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都有一个问题 → 「不持久」</a:t>
            </a:r>
          </a:p>
        </p:txBody>
      </p:sp>
      <p:pic>
        <p:nvPicPr>
          <p:cNvPr id="9" name="Picture 8" descr="d2-p2-dim-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愿力三标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① 可承诺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E8E8E8"/>
                </a:solidFill>
                <a:latin typeface="思源黑体"/>
              </a:defRPr>
            </a:pPr>
            <a:r>
              <a:t>    没人看你也做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② 可承受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E8E8E8"/>
                </a:solidFill>
                <a:latin typeface="思源黑体"/>
              </a:defRPr>
            </a:pPr>
            <a:r>
              <a:t>    代价你能扛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6207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③ 可生长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E8E8E8"/>
                </a:solidFill>
                <a:latin typeface="思源黑体"/>
              </a:defRPr>
            </a:pPr>
            <a:r>
              <a:t>    螺旋上升，不是循环</a:t>
            </a:r>
          </a:p>
        </p:txBody>
      </p:sp>
      <p:pic>
        <p:nvPicPr>
          <p:cNvPr id="10" name="Picture 9" descr="d2-p3-sh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① 可承诺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没人点赞  没人转发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没人夸你  没人给钱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你还会做吗？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是 → 这是愿力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301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否 → 只是愿望</a:t>
            </a:r>
          </a:p>
        </p:txBody>
      </p:sp>
      <p:pic>
        <p:nvPicPr>
          <p:cNvPr id="9" name="Picture 8" descr="d2-p4-two-fig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② 可承受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不是「能得到什么」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是「愿意失去什么」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最差的情况——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6207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钱没了、时间花了、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被人笑话了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301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你后悔吗？</a:t>
            </a:r>
          </a:p>
        </p:txBody>
      </p:sp>
      <p:pic>
        <p:nvPicPr>
          <p:cNvPr id="10" name="Picture 9" descr="d2-p5-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③ 可生长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一年后回头看——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你知道得更多了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问题也更难了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但你想继续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螺旋上升 ≠ 原地循环</a:t>
            </a:r>
          </a:p>
        </p:txBody>
      </p:sp>
      <p:pic>
        <p:nvPicPr>
          <p:cNvPr id="9" name="Picture 8" descr="d2-p6-spi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给每个方向打分（0-10）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E8E8E8"/>
                </a:solidFill>
                <a:latin typeface="思源黑体"/>
              </a:defRPr>
            </a:pPr>
            <a:r>
              <a:t>   承  受  长  总分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方向1  _  _  _  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方向2  _  _  _  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方向3  _  _  _  ___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&gt; 20 分 → 你可能找到了 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301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&lt; 15 分 → 放弃或降级 ❌</a:t>
            </a:r>
          </a:p>
        </p:txBody>
      </p:sp>
      <p:pic>
        <p:nvPicPr>
          <p:cNvPr id="10" name="Picture 9" descr="d2-p7-scor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📝 今天的功课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① 选最像愿力的一件事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② 三标打分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③ 写一段话：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E8E8E8"/>
                </a:solidFill>
                <a:latin typeface="思源黑体"/>
              </a:defRPr>
            </a:pPr>
            <a:r>
              <a:t>    「它值得我一辈子做吗？」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     评论区见 👇</a:t>
            </a:r>
          </a:p>
        </p:txBody>
      </p:sp>
      <p:pic>
        <p:nvPicPr>
          <p:cNvPr id="9" name="Picture 8" descr="d2-p8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C9A96E"/>
                </a:solidFill>
                <a:latin typeface="思源黑体"/>
              </a:defRPr>
            </a:pPr>
            <a:r>
              <a:t>你已经找到了愿力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097280"/>
            <a:ext cx="3200400" cy="0"/>
          </a:xfrm>
          <a:prstGeom prst="line">
            <a:avLst/>
          </a:prstGeom>
          <a:ln w="9525">
            <a:solidFill>
              <a:srgbClr val="C9A9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2588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为什么还是动不了？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9397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思源黑体"/>
              </a:defRPr>
            </a:pPr>
            <a:r>
              <a:t>不是意志力问题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6207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C9A96E"/>
                </a:solidFill>
                <a:latin typeface="思源黑体"/>
              </a:defRPr>
            </a:pPr>
            <a:r>
              <a:t>     明天揭秘 🔥</a:t>
            </a:r>
          </a:p>
        </p:txBody>
      </p:sp>
      <p:pic>
        <p:nvPicPr>
          <p:cNvPr id="7" name="Picture 6" descr="d2-p9-knowing-st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1887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愿力探索 · Day 1-2 (高端版 v2)</dc:title>
  <dc:subject>PptxGenJS Presentation</dc:subject>
  <dc:creator>Carey Hugo</dc:creator>
  <cp:lastModifiedBy>Carey Hugo</cp:lastModifiedBy>
  <cp:revision>1</cp:revision>
  <dcterms:created xsi:type="dcterms:W3CDTF">2026-07-07T14:20:20Z</dcterms:created>
  <dcterms:modified xsi:type="dcterms:W3CDTF">2026-07-07T14:20:20Z</dcterms:modified>
</cp:coreProperties>
</file>