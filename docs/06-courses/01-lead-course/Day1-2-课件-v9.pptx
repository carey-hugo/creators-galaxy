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000" y="3671999"/>
            <a:ext cx="1296000" cy="12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  <p:pic>
        <p:nvPicPr>
          <p:cNvPr id="9" name="Picture 8" descr="p2-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  <p:pic>
        <p:nvPicPr>
          <p:cNvPr id="9" name="Picture 8" descr="p3-x-vs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  <p:pic>
        <p:nvPicPr>
          <p:cNvPr id="9" name="Picture 8" descr="p6-lonely-s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000" y="3671999"/>
            <a:ext cx="1296000" cy="129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昨天写下的 3 个方向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为什么走不远？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不是不坚持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是驱动它们的东西不够硬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愿望 · 梦想 · 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都有一个问题 → 「不持久」</a:t>
            </a:r>
          </a:p>
        </p:txBody>
      </p:sp>
      <p:pic>
        <p:nvPicPr>
          <p:cNvPr id="9" name="Picture 8" descr="d2-p2-dim-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愿力三标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没人看你也做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代价你能扛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螺旋上升，不是循环</a:t>
            </a:r>
          </a:p>
        </p:txBody>
      </p:sp>
      <p:pic>
        <p:nvPicPr>
          <p:cNvPr id="10" name="Picture 9" descr="d2-p3-sh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没人点赞  没人转发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没人夸你  没人给钱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你还会做吗？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是 → 这是愿力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否 → 只是愿望</a:t>
            </a:r>
          </a:p>
        </p:txBody>
      </p:sp>
      <p:pic>
        <p:nvPicPr>
          <p:cNvPr id="9" name="Picture 8" descr="d2-p4-two-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不是「能得到什么」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是「愿意失去什么」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最差的情况——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钱没了、时间花了、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被人笑话了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你后悔吗？</a:t>
            </a:r>
          </a:p>
        </p:txBody>
      </p:sp>
      <p:pic>
        <p:nvPicPr>
          <p:cNvPr id="10" name="Picture 9" descr="d2-p5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一年后回头看——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你知道得更多了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问题也更难了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但你想继续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螺旋上升 ≠ 原地循环</a:t>
            </a:r>
          </a:p>
        </p:txBody>
      </p:sp>
      <p:pic>
        <p:nvPicPr>
          <p:cNvPr id="9" name="Picture 8" descr="d2-p6-sp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给每个方向打分（0-10）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承  受  长  总分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方向1  _  _  _  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方向2  _  _  _  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方向3  _  _  _  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&gt; 20 分 → 你可能找到了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&lt; 15 分 → 放弃或降级 ❌</a:t>
            </a:r>
          </a:p>
        </p:txBody>
      </p:sp>
      <p:pic>
        <p:nvPicPr>
          <p:cNvPr id="10" name="Picture 9" descr="d2-p7-score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📝 今天的功课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选最像愿力的一件事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三标打分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写一段话：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「它值得我一辈子做吗？」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评论区见 👇</a:t>
            </a:r>
          </a:p>
        </p:txBody>
      </p:sp>
      <p:pic>
        <p:nvPicPr>
          <p:cNvPr id="9" name="Picture 8" descr="d2-p8-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你已经找到了愿力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为什么还是动不了？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不是意志力问题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下一节揭秘 🔥</a:t>
            </a:r>
          </a:p>
        </p:txBody>
      </p:sp>
      <p:pic>
        <p:nvPicPr>
          <p:cNvPr id="7" name="Picture 6" descr="d2-p9-knowing-st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