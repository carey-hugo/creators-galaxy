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主讲：胡哥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四层金字塔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00200" y="822960"/>
            <a:ext cx="594360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A2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822960"/>
            <a:ext cx="36576" cy="777240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896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「我愿意」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828800"/>
            <a:ext cx="557784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5A7D6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828800"/>
            <a:ext cx="36576" cy="777240"/>
          </a:xfrm>
          <a:prstGeom prst="rect">
            <a:avLst/>
          </a:prstGeom>
          <a:solidFill>
            <a:srgbClr val="5A7D60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6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使命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659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「我应该」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834640"/>
            <a:ext cx="521208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5A7D9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2834640"/>
            <a:ext cx="36576" cy="777240"/>
          </a:xfrm>
          <a:prstGeom prst="rect">
            <a:avLst/>
          </a:prstGeom>
          <a:solidFill>
            <a:srgbClr val="5A7D95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907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9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梦想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488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「我想到」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3840480"/>
            <a:ext cx="484632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8B7B6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3840480"/>
            <a:ext cx="36576" cy="777240"/>
          </a:xfrm>
          <a:prstGeom prst="rect">
            <a:avLst/>
          </a:prstGeom>
          <a:solidFill>
            <a:srgbClr val="8B7B65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3913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B6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愿望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3172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「我想要」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愿望 vs 愿力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3810">
            <a:solidFill>
              <a:srgbClr val="8892A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78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愿望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「我想要」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377440"/>
            <a:ext cx="731520" cy="18288"/>
          </a:xfrm>
          <a:prstGeom prst="rect">
            <a:avLst/>
          </a:prstGeom>
          <a:solidFill>
            <a:srgbClr val="66778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消费心态 · 被动等待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许个愿，没了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3200400"/>
          </a:xfrm>
          <a:prstGeom prst="rect">
            <a:avLst/>
          </a:prstGeom>
          <a:solidFill>
            <a:srgbClr val="C9A24C">
              <a:alpha val="6000"/>
            </a:srgbClr>
          </a:solidFill>
          <a:ln w="6350">
            <a:solidFill>
              <a:srgbClr val="C9A24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「我愿意」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377440"/>
            <a:ext cx="731520" cy="18288"/>
          </a:xfrm>
          <a:prstGeom prst="rect">
            <a:avLst/>
          </a:prstGeom>
          <a:solidFill>
            <a:srgbClr val="C9A24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创造心态 · 主动选择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做一辈子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📝 今天的功课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写下过去三年换过的三个方向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判断每个驱动你的是：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560320"/>
            <a:ext cx="1463040" cy="457200"/>
          </a:xfrm>
          <a:prstGeom prst="rect">
            <a:avLst/>
          </a:prstGeom>
          <a:solidFill>
            <a:srgbClr val="C9A24C">
              <a:alpha val="15000"/>
            </a:srgbClr>
          </a:solidFill>
          <a:ln w="3810">
            <a:solidFill>
              <a:srgbClr val="C9A24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□ 愿望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560320"/>
            <a:ext cx="1463040" cy="457200"/>
          </a:xfrm>
          <a:prstGeom prst="rect">
            <a:avLst/>
          </a:prstGeom>
          <a:solidFill>
            <a:srgbClr val="C9A24C">
              <a:alpha val="15000"/>
            </a:srgbClr>
          </a:solidFill>
          <a:ln w="3810">
            <a:solidFill>
              <a:srgbClr val="C9A24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□ 梦想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1463040" cy="457200"/>
          </a:xfrm>
          <a:prstGeom prst="rect">
            <a:avLst/>
          </a:prstGeom>
          <a:solidFill>
            <a:srgbClr val="C9A24C">
              <a:alpha val="15000"/>
            </a:srgbClr>
          </a:solidFill>
          <a:ln w="3810">
            <a:solidFill>
              <a:srgbClr val="C9A24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□ 使命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1463040" cy="457200"/>
          </a:xfrm>
          <a:prstGeom prst="rect">
            <a:avLst/>
          </a:prstGeom>
          <a:solidFill>
            <a:srgbClr val="C9A24C">
              <a:alpha val="15000"/>
            </a:srgbClr>
          </a:solidFill>
          <a:ln w="3810">
            <a:solidFill>
              <a:srgbClr val="C9A24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□ 愿力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评论区见 👇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明天见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三个标志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测你离愿力还有多远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🔥 明天见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主讲：胡哥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