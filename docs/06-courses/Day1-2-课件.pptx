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C9A2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愿力探索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四个词，你分得清吗？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主讲：胡哥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过去三年，你有没有——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"终于找到了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真正想做的事"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三个月后又在找新方向？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然后开始怀疑自己不够坚持？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你可能只是——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用错了词！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743200" cy="36576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从没触到过「愿力」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四层金字塔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0" y="822960"/>
            <a:ext cx="5486400" cy="777240"/>
          </a:xfrm>
          <a:prstGeom prst="rect">
            <a:avLst/>
          </a:prstGeom>
          <a:solidFill>
            <a:srgbClr val="D4AF37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「我愿意」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828800"/>
            <a:ext cx="4754880" cy="777240"/>
          </a:xfrm>
          <a:prstGeom prst="rect">
            <a:avLst/>
          </a:prstGeom>
          <a:solidFill>
            <a:srgbClr val="4A6741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「我应该」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834640"/>
            <a:ext cx="4023360" cy="777240"/>
          </a:xfrm>
          <a:prstGeom prst="rect">
            <a:avLst/>
          </a:prstGeom>
          <a:solidFill>
            <a:srgbClr val="5B7F95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梦想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「我想到」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840480"/>
            <a:ext cx="3291840" cy="777240"/>
          </a:xfrm>
          <a:prstGeom prst="rect">
            <a:avLst/>
          </a:prstGeom>
          <a:solidFill>
            <a:srgbClr val="8B7355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「我想要」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愿望 vs 愿力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「我想要」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消费心态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被动等待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许个愿，没了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2926080"/>
          </a:xfrm>
          <a:prstGeom prst="rect">
            <a:avLst/>
          </a:prstGeom>
          <a:solidFill>
            <a:srgbClr val="C9A24C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愿力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「我愿意」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创造心态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主动选择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做一辈子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有没有一件事——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你愿意做一辈子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36576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找到它 → 你就是最幸运的 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今天的功课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写下过去三年换过的三个方向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判断每个驱动你的是：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愿望  □ 梦想  □ 使命  □ 愿力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评论区见 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三个标志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测你离愿力还有多远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明天见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C9A2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愿力探索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3个标志，测你的愿力纯度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主讲：胡哥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为什么走不远？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昨天你写了三个方向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不是不坚持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是驱动它们的力不够硬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743200" cy="36576"/>
          </a:xfrm>
          <a:prstGeom prst="rect">
            <a:avLst/>
          </a:prstGeom>
          <a:solidFill>
            <a:srgbClr val="C9A2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缺一个东西：「愿力三标」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愿力三标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914400" cy="914400"/>
          </a:xfrm>
          <a:prstGeom prst="rect">
            <a:avLst/>
          </a:prstGeom>
          <a:solidFill>
            <a:srgbClr val="C9A24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可承诺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没人看你也会做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914400" cy="914400"/>
          </a:xfrm>
          <a:prstGeom prst="rect">
            <a:avLst/>
          </a:prstGeom>
          <a:solidFill>
            <a:srgbClr val="C9A24C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可承受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代价你能扛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914400" cy="914400"/>
          </a:xfrm>
          <a:prstGeom prst="rect">
            <a:avLst/>
          </a:prstGeom>
          <a:solidFill>
            <a:srgbClr val="C9A24C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可生长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螺旋上升，不是循环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可承诺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没人点赞 👍  没人转发 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没人夸你  没人给钱 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你还会做吗？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→ 这是愿力    否 → 只是愿望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可承受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不是「能得到什么」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是「愿意失去什么」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最差的情况——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钱没了、时间花了、被人笑话了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你后悔吗？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可生长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一年后回头看——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你知道得更多了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问题也更难了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但你想继续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螺旋上升 🌀  ≠  原地循环 ⟳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三标自测表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给每个方向打分（0-10）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3152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方向1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方向2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方向3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20分 → 你可能找到了 ✅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15分 → 放弃或降级 ❌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今天的功课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选最像愿力的一件事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三标打分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写一段话：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"它值得我一辈子做吗？"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评论区见 👇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你已经找到了愿力。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为什么还是动不了？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不是意志力问题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明天揭秘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</dc:title>
  <dc:subject>PptxGenJS Presentation</dc:subject>
  <dc:creator>Carey Hugo</dc:creator>
  <cp:lastModifiedBy>Carey Hugo</cp:lastModifiedBy>
  <cp:revision>1</cp:revision>
  <dcterms:created xsi:type="dcterms:W3CDTF">2026-07-07T13:02:00Z</dcterms:created>
  <dcterms:modified xsi:type="dcterms:W3CDTF">2026-07-07T13:02:00Z</dcterms:modified>
</cp:coreProperties>
</file>